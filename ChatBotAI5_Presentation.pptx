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ChatBotAI4 - BotUI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explains the BotUI.cs component of the ChatBotAI4 cybersecurity chatbot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BotUI.cs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all user interface elements including:</a:t>
            </a:r>
          </a:p>
          <a:p>
            <a:r>
              <a:t>- Console colors</a:t>
            </a:r>
          </a:p>
          <a:p>
            <a:r>
              <a:t>- ASCII art logo</a:t>
            </a:r>
          </a:p>
          <a:p>
            <a:r>
              <a:t>- Sound (speech)</a:t>
            </a:r>
          </a:p>
          <a:p>
            <a:r>
              <a:t>- Typewriter text effect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Displays:</a:t>
            </a:r>
          </a:p>
          <a:p>
            <a:r>
              <a:t>- ASCII logo</a:t>
            </a:r>
          </a:p>
          <a:p>
            <a:r>
              <a:t>- Greeting voice message</a:t>
            </a:r>
          </a:p>
          <a:p>
            <a:r>
              <a:t>- Introductory text</a:t>
            </a:r>
          </a:p>
          <a:p>
            <a:r>
              <a:t>- Divider 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ASCII Logo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ASCII art used to brand the chatbot as 'CyberGuard'</a:t>
            </a:r>
          </a:p>
          <a:p>
            <a:r>
              <a:t>Enhances user experience visually in console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Speech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SpeechSynthesizer</a:t>
            </a:r>
          </a:p>
          <a:p>
            <a:r>
              <a:t>Provides voice greeting:</a:t>
            </a:r>
          </a:p>
          <a:p>
            <a:r>
              <a:t>'Welcome to my cyber security awareness chatbot'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Typewriter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Prints text character-by-character</a:t>
            </a:r>
          </a:p>
          <a:p>
            <a:r>
              <a:t>Creates a smooth animated output</a:t>
            </a:r>
          </a:p>
          <a:p>
            <a:r>
              <a:t>Controlled by delay timing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Input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Prompts user with:</a:t>
            </a:r>
          </a:p>
          <a:p>
            <a:r>
              <a:t>👤 You »</a:t>
            </a:r>
          </a:p>
          <a:p>
            <a:r>
              <a:t>Reads and trims input</a:t>
            </a:r>
          </a:p>
          <a:p>
            <a:r>
              <a:t>Ensures clean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 Output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 responses labeled as:</a:t>
            </a:r>
          </a:p>
          <a:p>
            <a:r>
              <a:t>🤖 CyberGuard »</a:t>
            </a:r>
          </a:p>
          <a:p>
            <a:r>
              <a:t>Uses color formatting for clarity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Warnings &amp;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warnings in red</a:t>
            </a:r>
          </a:p>
          <a:p>
            <a:r>
              <a:t>Used for alerts or important notices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Farewell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goodbye message with user's name</a:t>
            </a:r>
          </a:p>
          <a:p>
            <a:r>
              <a:t>Encourages cybersecurity awareness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BotUI.cs improves user interaction</a:t>
            </a:r>
          </a:p>
          <a:p>
            <a:r>
              <a:t>Combines visuals, audio, and formatting</a:t>
            </a:r>
          </a:p>
          <a:p>
            <a:r>
              <a:t>Makes chatbot engaging and user-friendly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